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6344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Calibri"/>
              </a:rPr>
              <a:t>SchemaShift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60320"/>
            <a:ext cx="1051560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0">
                <a:solidFill>
                  <a:srgbClr val="CBD5E1"/>
                </a:solidFill>
                <a:latin typeface="Calibri"/>
              </a:rPr>
              <a:t>A SQL to MongoDB migration compiler</a:t>
            </a:r>
          </a:p>
          <a:p>
            <a:pPr algn="l"/>
            <a:r>
              <a:rPr sz="2600" b="0">
                <a:solidFill>
                  <a:srgbClr val="CBD5E1"/>
                </a:solidFill>
                <a:latin typeface="Calibri"/>
              </a:rPr>
              <a:t>that tells you what the migration changes, and proves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93C5FD"/>
                </a:solidFill>
                <a:latin typeface="Calibri"/>
              </a:rPr>
              <a:t>Team members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440680"/>
            <a:ext cx="105156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Aryan Verma   24BCT0223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Sara Choudhary   24BCT0219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Moving from PostgreSQL to MongoDB silently changes what the database guarantees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SchemaShift  |  Aryan Verma 24BCT0223  |  Sara Choudhary 24BCT0219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5852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• Migration tools copy data. They do not say what stops being true afterwards.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• A relational schema enforces: foreign keys and ON DELETE CASCADE, UNIQUE, NOT NULL, CHECK, types, atomic multi-table writes.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• MongoDB enforces only what is written into validators, indexes and application code.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• Queries change meaning too: NULL handling in joins and comparisons, ordering, aggregates over empty sets.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• Embed or reference? Each relationship needs a design decision, usually made by guesswork.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0F172A"/>
                </a:solidFill>
                <a:latin typeface="Calibri"/>
              </a:rPr>
              <a:t>• Nobody learns what broke until production data is wrong.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1645920"/>
            <a:ext cx="4937760" cy="13258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1737360"/>
            <a:ext cx="64008" cy="11430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1719072"/>
            <a:ext cx="46634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ON DELETE CASCADE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103120"/>
            <a:ext cx="4663440" cy="82295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MongoDB has no cascade across collections: deleting an account leaves its transactions orphaned (BROKEN).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3108960"/>
            <a:ext cx="4937760" cy="13258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75120" y="3200400"/>
            <a:ext cx="64008" cy="11430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3182112"/>
            <a:ext cx="46634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NUMERIC(10,2)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3566160"/>
            <a:ext cx="4663440" cy="82295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MongoDB decimals have no precision: a value PostgreSQL rejects is accepted (CHANGED).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4572000"/>
            <a:ext cx="4937760" cy="13258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675120" y="4663440"/>
            <a:ext cx="64008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4645152"/>
            <a:ext cx="46634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CHECK (LENGTH(s) &gt;= 2 OR s IS NULL)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5029200"/>
            <a:ext cx="4663440" cy="82295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Our first generated validator rejected rows with s missing. SQL accepts them. A bug our own tests found.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Aim and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A compiler for the migration, not a copy script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SchemaShift  |  Aryan Verma 24BCT0223  |  Sara Choudhary 24BCT0219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106984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Calibri"/>
              </a:rPr>
              <a:t>Aim: take a PostgreSQL schema and its queries, report exactly which guarantees MongoDB keeps, changes or loses, generate the MongoDB side, and back every claim with evidence.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834640"/>
            <a:ext cx="3611880" cy="16459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26080"/>
            <a:ext cx="64008" cy="1463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907792"/>
            <a:ext cx="33375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1. Report per guarantee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91840"/>
            <a:ext cx="3337560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SAFE, CHANGED or BROKEN, with an evidence level (PROVEN, CONDITIONAL, TESTED, UNVERIFIED).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79" y="2834640"/>
            <a:ext cx="3611880" cy="16459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79" y="2926080"/>
            <a:ext cx="64008" cy="1463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59" y="2907792"/>
            <a:ext cx="33375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2. Generate MongoDB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59" y="3291840"/>
            <a:ext cx="3337560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Validators, indexes, translated queries, a data migration script and enforcement helpers.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19" y="2834640"/>
            <a:ext cx="3611880" cy="16459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19" y="2926080"/>
            <a:ext cx="64008" cy="1463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9" y="2907792"/>
            <a:ext cx="33375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3. Decide embed vs reference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9" y="3291840"/>
            <a:ext cx="3337560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With an explanation, a sensitivity analysis and a what-if simulator.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617720"/>
            <a:ext cx="3611880" cy="16459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709159"/>
            <a:ext cx="64008" cy="1463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690872"/>
            <a:ext cx="33375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4. Verify on real databases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074920"/>
            <a:ext cx="3337560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Run the SQL on PostgreSQL and the generated code on MongoDB, diff the results, race the writers.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79" y="4617720"/>
            <a:ext cx="3611880" cy="16459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97679" y="4709159"/>
            <a:ext cx="64008" cy="1463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0559" y="4690872"/>
            <a:ext cx="33375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5. Support change over time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59" y="5074920"/>
            <a:ext cx="3337560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Schema diffs, reversible incremental migrations, safe resumable runs, CI checks.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19" y="4617720"/>
            <a:ext cx="3611880" cy="16459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46719" y="4709159"/>
            <a:ext cx="64008" cy="1463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599" y="4690872"/>
            <a:ext cx="33375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6. Measure honestly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599" y="5074920"/>
            <a:ext cx="3337560" cy="1143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One command reproduces every number; self-labeled and independent results are never merged.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How we achieve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Five ideas that the whole system is built 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SchemaShift  |  Aryan Verma 24BCT0223  |  Sara Choudhary 24BCT0219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3611880" cy="21031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64008" cy="1920239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19072"/>
            <a:ext cx="33375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Guarantees become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03120"/>
            <a:ext cx="3337560" cy="160019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Every promise SQL makes (key, constraint, join, NULL, ordering) becomes a node of an intermediate representation.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1645920"/>
            <a:ext cx="3611880" cy="21031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79" y="1737360"/>
            <a:ext cx="64008" cy="1920239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59" y="1719072"/>
            <a:ext cx="33375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Rules are declarative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59" y="2103120"/>
            <a:ext cx="3337560" cy="160019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A registry of rules maps each node and the placement plan to a verdict. Adding a rule means adding data, a test and a generated doc.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1645920"/>
            <a:ext cx="3611880" cy="21031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19" y="1737360"/>
            <a:ext cx="64008" cy="1920239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9" y="1719072"/>
            <a:ext cx="33375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Evidence, not opinion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9" y="2103120"/>
            <a:ext cx="3337560" cy="160019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PROVEN by an argument or an SMT proof, CONDITIONAL on stated conditions, TESTED by real runs, otherwise UNVERIFIED.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886200"/>
            <a:ext cx="3611880" cy="21031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977639"/>
            <a:ext cx="64008" cy="1920239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959352"/>
            <a:ext cx="33375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Test against the real thing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343400"/>
            <a:ext cx="3337560" cy="160019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PostgreSQL 16 and MongoDB 7 are the oracles: differential and metamorphic fuzzing, concurrency races, Z3 answers replayed.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79" y="3886200"/>
            <a:ext cx="3611880" cy="21031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7679" y="3977639"/>
            <a:ext cx="64008" cy="1920239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59" y="3959352"/>
            <a:ext cx="33375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AI only advises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59" y="4343400"/>
            <a:ext cx="3337560" cy="160019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An LLM may give a second opinion on embed vs reference from schema structure. It never decides and never sees data.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3886200"/>
            <a:ext cx="3611880" cy="21031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20" y="3977639"/>
            <a:ext cx="64008" cy="1920239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3959352"/>
            <a:ext cx="33375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Pure compiler stages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4343400"/>
            <a:ext cx="3337560" cy="160019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Parser, semantic analysis, IR, rules, optimizer and code generation are pure functions over frozen models. Only verification, AI and the API do I/O.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Workflow and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From a SQL schema to verified MongoDB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SchemaShift  |  Aryan Verma 24BCT0223  |  Sara Choudhary 24BCT0219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23317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21488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Calibri"/>
              </a:rPr>
              <a:t>1 Parse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94560"/>
            <a:ext cx="21488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sqlglot, typed schema and queries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880360" y="2148840"/>
            <a:ext cx="320040" cy="27432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37560" y="1691640"/>
            <a:ext cx="23317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783080"/>
            <a:ext cx="21488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Calibri"/>
              </a:rPr>
              <a:t>2 Analyze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194560"/>
            <a:ext cx="21488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FK graph, junctions, cycles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715000" y="2148840"/>
            <a:ext cx="320040" cy="27432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72200" y="1691640"/>
            <a:ext cx="23317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783080"/>
            <a:ext cx="21488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Calibri"/>
              </a:rPr>
              <a:t>3 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194560"/>
            <a:ext cx="21488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one node per guarantee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549640" y="2148840"/>
            <a:ext cx="320040" cy="27432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006840" y="1691640"/>
            <a:ext cx="23317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280" y="1783080"/>
            <a:ext cx="21488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Calibri"/>
              </a:rPr>
              <a:t>4 Rules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2194560"/>
            <a:ext cx="21488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SAFE / CHANGED / BROKEN + evidence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291840"/>
            <a:ext cx="23317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383280"/>
            <a:ext cx="21488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Calibri"/>
              </a:rPr>
              <a:t>5 Optimize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794760"/>
            <a:ext cx="21488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embed vs reference, workload, sensitivity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2880360" y="3749039"/>
            <a:ext cx="320040" cy="27432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337560" y="3291840"/>
            <a:ext cx="23317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29000" y="3383280"/>
            <a:ext cx="21488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Calibri"/>
              </a:rPr>
              <a:t>6 Prove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3794760"/>
            <a:ext cx="21488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Z3 on validators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5715000" y="3749039"/>
            <a:ext cx="320040" cy="27432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172200" y="3291840"/>
            <a:ext cx="23317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383280"/>
            <a:ext cx="21488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Calibri"/>
              </a:rPr>
              <a:t>7 Generate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3794760"/>
            <a:ext cx="21488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validators, indexes, pipelines, migration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8549640" y="3749039"/>
            <a:ext cx="320040" cy="27432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006840" y="3291840"/>
            <a:ext cx="233172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98280" y="3383280"/>
            <a:ext cx="21488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Calibri"/>
              </a:rPr>
              <a:t>8 Verify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98280" y="3794760"/>
            <a:ext cx="21488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PostgreSQL vs MongoDB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4937760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Around the pipeline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30352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>
                <a:solidFill>
                  <a:srgbClr val="0F172A"/>
                </a:solidFill>
                <a:latin typeface="Calibri"/>
              </a:rPr>
              <a:t>• Evolve: two schema versions or ALTER scripts become an ordered, reversible migration plan and a guarantee diff.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0F172A"/>
                </a:solidFill>
                <a:latin typeface="Calibri"/>
              </a:rPr>
              <a:t>• Safe migration: dry run, batch checkpoints, resume after a crash, quarantine of invalid records, consistency checks.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0F172A"/>
                </a:solidFill>
                <a:latin typeface="Calibri"/>
              </a:rPr>
              <a:t>• Risk score, simulator, CI check with SARIF, benchmark lab, reproducible evaluation.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SchemaShift  |  Aryan Verma 24BCT0223  |  Sara Choudhary 24BCT0219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310896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Frontend</a:t>
            </a:r>
          </a:p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React, TypeScript, Vite, Tailwind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417320"/>
            <a:ext cx="768096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Compile, Verdicts, Relationships + simulator, Generated Code, Verification, Compare versions, Benchmarks, About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14600"/>
            <a:ext cx="11064240" cy="10972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560320"/>
            <a:ext cx="310896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API</a:t>
            </a:r>
          </a:p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FastAPI, SQLAlchemy, Alembic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560320"/>
            <a:ext cx="768096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/compile  /runs (queued, cancel)  /diff  /simulate  /samples  /metrics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Security headers, body limit, CORS allow list, Redis-shared rate limits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539496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886200"/>
            <a:ext cx="512064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Compiler core (pure)</a:t>
            </a:r>
          </a:p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parser, semantic, IR, equivalence + SMT, optimizer, codegen, evolve, risk, simulate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840480"/>
            <a:ext cx="539496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3886200"/>
            <a:ext cx="512064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I/O side</a:t>
            </a:r>
          </a:p>
          <a:p>
            <a:pPr algn="l"/>
            <a:r>
              <a:rPr sz="1400" b="0">
                <a:solidFill>
                  <a:srgbClr val="0F172A"/>
                </a:solidFill>
                <a:latin typeface="Calibri"/>
              </a:rPr>
              <a:t>verification, fuzz, bench, migrate, ai, worker (arq)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440680"/>
            <a:ext cx="11064240" cy="8686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532120"/>
            <a:ext cx="1069848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PostgreSQL 16 (app + sandbox)   |   MongoDB 7 replica set   |   Redis   |   Docker, GitHub Actions   |   Render, Vercel, Neon, Atlas configs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Tools and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SchemaShift  |  Aryan Verma 24BCT0223  |  Sara Choudhary 24BCT0219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86868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Area</a:t>
                      </a:r>
                    </a:p>
                  </a:txBody>
                  <a:tcPr marL="73152" marR="73152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Tools</a:t>
                      </a:r>
                    </a:p>
                  </a:txBody>
                  <a:tcPr marL="73152" marR="73152"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Language and models</a:t>
                      </a:r>
                    </a:p>
                  </a:txBody>
                  <a:tcPr marL="73152" marR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Python 3.12/3.13, pydantic v2 (frozen models), type hints checked with mypy --strict</a:t>
                      </a:r>
                    </a:p>
                  </a:txBody>
                  <a:tcPr marL="73152" marR="73152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SQL and analysis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sqlglot (PostgreSQL dialect), networkx (FK graph), Z3 (SMT solver)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Backend</a:t>
                      </a:r>
                    </a:p>
                  </a:txBody>
                  <a:tcPr marL="73152" marR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FastAPI, SQLAlchemy, Alembic, structlog, arq job queue, Redis</a:t>
                      </a:r>
                    </a:p>
                  </a:txBody>
                  <a:tcPr marL="73152" marR="73152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Databases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PostgreSQL 16 and MongoDB 7 replica set (psycopg 3, pymongo), Docker, testcontainers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Frontend</a:t>
                      </a:r>
                    </a:p>
                  </a:txBody>
                  <a:tcPr marL="73152" marR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React 18, TypeScript, Vite, Tailwind, Monaco editor, react-flow, TanStack Query</a:t>
                      </a:r>
                    </a:p>
                  </a:txBody>
                  <a:tcPr marL="73152" marR="73152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Testing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pytest, hypothesis (fuzzing, soundness), mutmut, Vitest, Playwright + axe accessibility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Quality gates</a:t>
                      </a:r>
                    </a:p>
                  </a:txBody>
                  <a:tcPr marL="73152" marR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ruff, mypy --strict, ESLint, coverage floor 85% on core packages, GitHub Actions CI</a:t>
                      </a:r>
                    </a:p>
                  </a:txBody>
                  <a:tcPr marL="73152" marR="73152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Delivery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Docker images, render.yaml, Vercel config, smoke-test script, SARIF + GitHub Action, LSP server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Feature: compile and see what changes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Banking sample: 123 guarantees analysed in one pass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SchemaShift  |  Aryan Verma 24BCT0223  |  Sara Choudhary 24BCT0219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" y="1669351"/>
            <a:ext cx="7662672" cy="4342257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1-workspace-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05927"/>
            <a:ext cx="7589520" cy="42691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0" y="155448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0F172A"/>
                </a:solidFill>
                <a:latin typeface="Calibri"/>
              </a:rPr>
              <a:t>• Overall verdict and counts: 81 SAFE, 37 CHANGED, 5 BROKEN.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F172A"/>
                </a:solidFill>
                <a:latin typeface="Calibri"/>
              </a:rPr>
              <a:t>• Concurrency scenarios judged separately: 33 scenarios.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F172A"/>
                </a:solidFill>
                <a:latin typeface="Calibri"/>
              </a:rPr>
              <a:t>• Migration risk 57 of 100, from explicit rules in five categories. No AI number.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F172A"/>
                </a:solidFill>
                <a:latin typeface="Calibri"/>
              </a:rPr>
              <a:t>• Z3 proof card per table below it.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F172A"/>
                </a:solidFill>
                <a:latin typeface="Calibri"/>
              </a:rPr>
              <a:t>• Source highlighting: click a verdict to see its SQL.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Feature: evidence on every verdict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How we know, not just what we think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SchemaShift  |  Aryan Verma 24BCT0223  |  Sara Choudhary 24BCT0219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" y="1669351"/>
            <a:ext cx="7662672" cy="4342257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2-verdicts-ev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05927"/>
            <a:ext cx="7589520" cy="42691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0" y="155448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0F172A"/>
                </a:solidFill>
                <a:latin typeface="Calibri"/>
              </a:rPr>
              <a:t>• Level per verdict: PROVEN, CONDITIONAL, TESTED, UNVERIFIED.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F172A"/>
                </a:solidFill>
                <a:latin typeface="Calibri"/>
              </a:rPr>
              <a:t>• The sound argument, or the conditions it depends 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F172A"/>
                </a:solidFill>
                <a:latin typeface="Calibri"/>
              </a:rPr>
              <a:t>• The rule outcome that decided it and every input it consulted.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F172A"/>
                </a:solidFill>
                <a:latin typeface="Calibri"/>
              </a:rPr>
              <a:t>• Minimal counterexample with a replay button against real databases.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F172A"/>
                </a:solidFill>
                <a:latin typeface="Calibri"/>
              </a:rPr>
              <a:t>• Filter by status, evidence level or text.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Feature: Z3 proofs of validator equivalence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Do the generated validators accept exactly what the SQL constraints accept?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SchemaShift  |  Aryan Verma 24BCT0223  |  Sara Choudhary 24BCT0219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" y="1849374"/>
            <a:ext cx="7022592" cy="39822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1b-summary-z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85950"/>
            <a:ext cx="6949440" cy="39090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589520" y="1554480"/>
            <a:ext cx="4206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0F172A"/>
                </a:solidFill>
                <a:latin typeface="Calibri"/>
              </a:rPr>
              <a:t>• Per table: EQUIVALENT (proven), COUNTEREXAMPLE (a concrete row), UNSUPPORTED (UNVERIFIED, never SAFE).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F172A"/>
                </a:solidFill>
                <a:latin typeface="Calibri"/>
              </a:rPr>
              <a:t>• Models SQL three-valued logic, NUMERIC rounding and precision, integer overflow, BSON null ordering and expressions that raise.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F172A"/>
                </a:solidFill>
                <a:latin typeface="Calibri"/>
              </a:rPr>
              <a:t>• Soundness test on real databases: 1,000 random schemas, 863 counterexamples confirmed, 565 proofs, 33,900 random rows agreeing, 0 contradictions.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F172A"/>
                </a:solidFill>
                <a:latin typeface="Calibri"/>
              </a:rPr>
              <a:t>• It found 2 bugs in the generated validators.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Feature: embed or reference, with a what-if simulator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Decisions come with reasons, fragility and a risk delta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SchemaShift  |  Aryan Verma 24BCT0223  |  Sara Choudhary 24BCT0219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" y="2046541"/>
            <a:ext cx="5833872" cy="3313557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3a-relationships-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083117"/>
            <a:ext cx="5760720" cy="32404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5378386"/>
            <a:ext cx="5760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Placement graph: EMBED solid, REFERENCE dashed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81344" y="2097976"/>
            <a:ext cx="5650992" cy="3210687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3-relationships-simula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134552"/>
            <a:ext cx="5577840" cy="313753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17920" y="5326951"/>
            <a:ext cx="55778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Simulator: flip a relationship, see verdicts, indexes, pipelines and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Workload frequencies and measured fan-out feed the score; every weight is moved by 10% and 20% to mark decisions fragile or stable. The optimizer's own plan is never modified by the simulator.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Feature: generated MongoDB code and a pipeline optimizer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Validators, indexes, queries, migration script, helpers (mongosh and PyMongo)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SchemaShift  |  Aryan Verma 24BCT0223  |  Sara Choudhary 24BCT0219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" y="1669351"/>
            <a:ext cx="7662672" cy="4342257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4-generated-code-optimiz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05927"/>
            <a:ext cx="7589520" cy="42691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0" y="155448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0F172A"/>
                </a:solidFill>
                <a:latin typeface="Calibri"/>
              </a:rPr>
              <a:t>• Rewrite rules with stated preconditions: move filters earlier, drop unused lookups, merge matches, top-k.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F172A"/>
                </a:solidFill>
                <a:latin typeface="Calibri"/>
              </a:rPr>
              <a:t>• Bounded search picks the cheapest candidate by an estimated cost.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F172A"/>
                </a:solidFill>
                <a:latin typeface="Calibri"/>
              </a:rPr>
              <a:t>• Estimates checked against explain("executionStats"): pooled Spearman rho 0.81 over 20 candidate pipelines.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F172A"/>
                </a:solidFill>
                <a:latin typeface="Calibri"/>
              </a:rPr>
              <a:t>• Before and after shown side by side.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Feature: verification against real PostgreSQL and MongoDB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The same data, the SQL on one side and the generated queries on the other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SchemaShift  |  Aryan Verma 24BCT0223  |  Sara Choudhary 24BCT0219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" y="1669351"/>
            <a:ext cx="7662672" cy="4342257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5-verif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05927"/>
            <a:ext cx="7589520" cy="42691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0" y="155448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0F172A"/>
                </a:solidFill>
                <a:latin typeface="Calibri"/>
              </a:rPr>
              <a:t>• Per query MATCH or MISMATCH with a diff and a hypothesis.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F172A"/>
                </a:solidFill>
                <a:latin typeface="Calibri"/>
              </a:rPr>
              <a:t>• Samples: 21 of 21 queries match PostgreSQL.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F172A"/>
                </a:solidFill>
                <a:latin typeface="Calibri"/>
              </a:rPr>
              <a:t>• Probes demonstrate every BROKEN or CHANGED verdict.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F172A"/>
                </a:solidFill>
                <a:latin typeface="Calibri"/>
              </a:rPr>
              <a:t>• Concurrency probes race writers: generated helpers 0 violations, unguarded code 372 on the four samples.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F172A"/>
                </a:solidFill>
                <a:latin typeface="Calibri"/>
              </a:rPr>
              <a:t>• SQL is never executed as text: the sandbox runs re-emitted ASTs with bound parameters.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Feature: compare versions and migrate incrementally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Two schema versions or an ALTER script become a reversible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SchemaShift  |  Aryan Verma 24BCT0223  |  Sara Choudhary 24BCT0219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" y="1523400"/>
            <a:ext cx="6748272" cy="2622479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7c-compare-plan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9976"/>
            <a:ext cx="6675120" cy="254932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4164167"/>
            <a:ext cx="66751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Ordered steps, each classified for reversibility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95744" y="2310635"/>
            <a:ext cx="4736592" cy="1048009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8c-compare-guarantees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2347211"/>
            <a:ext cx="4663440" cy="97485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32320" y="3376932"/>
            <a:ext cx="46634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Guarantee diff: what got better, worse, added or removed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434840"/>
            <a:ext cx="11064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0F172A"/>
                </a:solidFill>
                <a:latin typeface="Calibri"/>
              </a:rPr>
              <a:t>• Typed changes (add, drop, rename, retype, keys, constraints, indexes). A rename is only a candidate until confirmed: otherwise it is a drop plus an add and loses data.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0F172A"/>
                </a:solidFill>
                <a:latin typeface="Calibri"/>
              </a:rPr>
              <a:t>• Ordered steps with dependencies, each REVERSIBLE, REVERSIBLE_WITH_SAVED_DATA (backup or archive) or IRREVERSIBLE (manual, with a recovery strategy). Nothing is ever deleted.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0F172A"/>
                </a:solidFill>
                <a:latin typeface="Calibri"/>
              </a:rPr>
              <a:t>• Guarantee diff: which verdicts got worse or better, and the schema change that explains it.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0F172A"/>
                </a:solidFill>
                <a:latin typeface="Calibri"/>
              </a:rPr>
              <a:t>• Acceptance on real databases: migrate v1, apply the incremental script, and the result equals a fresh v2 migration. Rollback restores v1.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Feature: safe migration mode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A migration you would trust on real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SchemaShift  |  Aryan Verma 24BCT0223  |  Sara Choudhary 24BCT0219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201168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91640"/>
            <a:ext cx="1828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Calibri"/>
              </a:rPr>
              <a:t>Dry run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03120"/>
            <a:ext cx="182880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counts, time, storage, records that would fail. Writes nothing.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532888" y="2286000"/>
            <a:ext cx="256032" cy="27432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88920" y="1600200"/>
            <a:ext cx="201168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60" y="1691640"/>
            <a:ext cx="1828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Calibri"/>
              </a:rPr>
              <a:t>Run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103120"/>
            <a:ext cx="182880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keyset-paged batches, upsert by _id, atomic manifest after each batch.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818888" y="2286000"/>
            <a:ext cx="256032" cy="27432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74920" y="1600200"/>
            <a:ext cx="201168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6359" y="1691640"/>
            <a:ext cx="1828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B91C1C"/>
                </a:solidFill>
                <a:latin typeface="Calibri"/>
              </a:rPr>
              <a:t>Crash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59" y="2103120"/>
            <a:ext cx="182880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process killed at any instruction.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104888" y="2286000"/>
            <a:ext cx="256032" cy="27432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60920" y="1600200"/>
            <a:ext cx="201168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52360" y="1691640"/>
            <a:ext cx="1828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Calibri"/>
              </a:rPr>
              <a:t>Resume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2103120"/>
            <a:ext cx="182880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continue from the persisted cursor. No duplicates.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390888" y="2286000"/>
            <a:ext cx="256032" cy="27432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646920" y="1600200"/>
            <a:ext cx="201168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38360" y="1691640"/>
            <a:ext cx="1828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Calibri"/>
              </a:rPr>
              <a:t>Verify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38360" y="2103120"/>
            <a:ext cx="182880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counts, keys, references, embedded rows, sampled deep comparison.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840480"/>
            <a:ext cx="11064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0F172A"/>
                </a:solidFill>
                <a:latin typeface="Calibri"/>
              </a:rPr>
              <a:t>• Invalid records are quarantined whole with the reason down to the nested field (orders[3].price), never dropped silently.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F172A"/>
                </a:solidFill>
                <a:latin typeface="Calibri"/>
              </a:rPr>
              <a:t>• Tested with a real kill: the CLI calls os._exit(137) after N batches; the resumed run completes with no missing or duplicate records.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F172A"/>
                </a:solidFill>
                <a:latin typeface="Calibri"/>
              </a:rPr>
              <a:t>• Irreversible steps need --i-understand-this-is-lossy and take a snapshot first. Manual steps are never run automatically.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F172A"/>
                </a:solidFill>
                <a:latin typeface="Calibri"/>
              </a:rPr>
              <a:t>• CLI: schemashift migrate plan | dry-run | run | resume | verify | status | apply | rollback.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Feature: fuzzing, concurrency probes and a benchmark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Finding the problems before users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SchemaShift  |  Aryan Verma 24BCT0223  |  Sara Choudhary 24BCT0219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" y="1906524"/>
            <a:ext cx="6656831" cy="3776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9-benchmar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943100"/>
            <a:ext cx="6583679" cy="3703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0" y="1508760"/>
            <a:ext cx="46634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0F172A"/>
                </a:solidFill>
                <a:latin typeface="Calibri"/>
              </a:rPr>
              <a:t>• Differential fuzzing: random schemas and queries, PostgreSQL vs generated MongoDB, shrunk to a minimal reproducer. 14 bugs found and fixed to date.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F172A"/>
                </a:solidFill>
                <a:latin typeface="Calibri"/>
              </a:rPr>
              <a:t>• Metamorphic relations (partitioning, tautology, commutativity) catch NULL and missing-field bugs.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F172A"/>
                </a:solidFill>
                <a:latin typeface="Calibri"/>
              </a:rPr>
              <a:t>• Benchmark lab (CLI only): chosen plan vs all-REFERENCE vs all-EMBED, correctness first, then p50/p95/p99, storage, index use.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F172A"/>
                </a:solidFill>
                <a:latin typeface="Calibri"/>
              </a:rPr>
              <a:t>• Honest result: at 1,000 rows the chosen plan was fastest on 1 of 6 queries, and PostgreSQL was faster than MongoDB on every query measured, also at 100,000 rows (screenshot). The report shows the cases where we lose.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Feature: developer tooling and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SchemaShift  |  Aryan Verma 24BCT0223  |  Sara Choudhary 24BCT0219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486400" cy="2286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64008" cy="2103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44752"/>
            <a:ext cx="52120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CI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5212080" cy="1783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schemashift check --baseline-ref origin/main</a:t>
            </a:r>
          </a:p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Policy file: unacceptable regressions. Output: text, JSON, SARIF 2.1.0, Markdown PR comment.</a:t>
            </a:r>
          </a:p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GitHub Action uploads SARIF and fails the check per policy.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394960" cy="22860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463040"/>
            <a:ext cx="64008" cy="210312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444752"/>
            <a:ext cx="51206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Editor support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828800"/>
            <a:ext cx="5120640" cy="1783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Language server (pygls) shows SEM diagnostics and verdict hints on .sql files, tested over real stdio JSON-RPC.</a:t>
            </a:r>
          </a:p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Small VS Code client launches 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40480"/>
            <a:ext cx="5486400" cy="23774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931920"/>
            <a:ext cx="64008" cy="219456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913632"/>
            <a:ext cx="52120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Production infrastructure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297680"/>
            <a:ext cx="5212080" cy="187451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Redis-shared rate limits, arq job queue with retries, timeouts and cancel, run status in PostgreSQL.</a:t>
            </a:r>
          </a:p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Configs for Render, Vercel, Neon, Atlas; docs/DEPLOY.md.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840480"/>
            <a:ext cx="5394960" cy="23774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931920"/>
            <a:ext cx="64008" cy="2194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913632"/>
            <a:ext cx="51206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Checked locally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297680"/>
            <a:ext cx="5120640" cy="187451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docker-compose.prod.yml runs the same images: smoke test passed, a verified run through the worker matched PostgreSQL on every query, cancel and shared limits worked.</a:t>
            </a:r>
          </a:p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Live deployment is left for the owner to run.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Every number below is reproduced by: schemashift evaluate --all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SchemaShift  |  Aryan Verma 24BCT0223  |  Sara Choudhary 24BCT0219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642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3383280"/>
                <a:gridCol w="365760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Measure</a:t>
                      </a:r>
                    </a:p>
                  </a:txBody>
                  <a:tcPr marL="73152" marR="73152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Result</a:t>
                      </a:r>
                    </a:p>
                  </a:txBody>
                  <a:tcPr marL="73152" marR="73152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How to read it</a:t>
                      </a:r>
                    </a:p>
                  </a:txBody>
                  <a:tcPr marL="73152" marR="73152"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Checker vs labels (32 schemas, 883 guarantees)</a:t>
                      </a:r>
                    </a:p>
                  </a:txBody>
                  <a:tcPr marL="73152" marR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100% detection, 0% false positives</a:t>
                      </a:r>
                    </a:p>
                  </a:txBody>
                  <a:tcPr marL="73152" marR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self-labeled by the rule author; independent labels pending</a:t>
                      </a:r>
                    </a:p>
                  </a:txBody>
                  <a:tcPr marL="73152" marR="73152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Result-set correctness (21 sample queries)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21 of 21 match PostgreSQL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label-free, hand-written workloads, synthetic data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Differential + metamorphic fuzzing</a:t>
                      </a:r>
                    </a:p>
                  </a:txBody>
                  <a:tcPr marL="73152" marR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 failures in 100 cases (seed 52)</a:t>
                      </a:r>
                    </a:p>
                  </a:txBody>
                  <a:tcPr marL="73152" marR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14 bugs found and fixed to date</a:t>
                      </a:r>
                    </a:p>
                  </a:txBody>
                  <a:tcPr marL="73152" marR="73152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Z3 soundness on real databases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0 contradictions in 33,900 rows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863 counterexamples confirmed, 565 proofs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Evidence levels over 41 schemas</a:t>
                      </a:r>
                    </a:p>
                  </a:txBody>
                  <a:tcPr marL="73152" marR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PROVEN 864 to 1384</a:t>
                      </a:r>
                    </a:p>
                  </a:txBody>
                  <a:tcPr marL="73152" marR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after the Z3 step; UNVERIFIED stays 93</a:t>
                      </a:r>
                    </a:p>
                  </a:txBody>
                  <a:tcPr marL="73152" marR="73152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Crash and resume test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no missing or duplicate records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real process kill, 40-customer migration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Pipeline cost model vs explain</a:t>
                      </a:r>
                    </a:p>
                  </a:txBody>
                  <a:tcPr marL="73152" marR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Spearman rho 0.81</a:t>
                      </a:r>
                    </a:p>
                  </a:txBody>
                  <a:tcPr marL="73152" marR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20 candidates: small sample</a:t>
                      </a:r>
                    </a:p>
                  </a:txBody>
                  <a:tcPr marL="73152" marR="73152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Chosen placement fastest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 of 6 timed queries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the optimizer does not optimize latency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Mutation score</a:t>
                      </a:r>
                    </a:p>
                  </a:txBody>
                  <a:tcPr marL="73152" marR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89.1%</a:t>
                      </a:r>
                    </a:p>
                  </a:txBody>
                  <a:tcPr marL="73152" marR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recorded before Phase 18: stale</a:t>
                      </a:r>
                    </a:p>
                  </a:txBody>
                  <a:tcPr marL="73152" marR="73152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48640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Tests at the end: 1,250 unit tests, integration suite against real PostgreSQL and MongoDB, 60 frontend tests, 14 Playwright end-to-end checks including accessibility (axe, light and dark).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What the tooling found in our own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Testing against the real databases paid for itself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SchemaShift  |  Aryan Verma 24BCT0223  |  Sara Choudhary 24BCT0219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642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6035040"/>
                <a:gridCol w="2286000"/>
              </a:tblGrid>
              <a:tr h="36576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Found by</a:t>
                      </a:r>
                    </a:p>
                  </a:txBody>
                  <a:tcPr marL="73152" marR="73152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Defect</a:t>
                      </a:r>
                    </a:p>
                  </a:txBody>
                  <a:tcPr marL="73152" marR="73152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Where</a:t>
                      </a:r>
                    </a:p>
                  </a:txBody>
                  <a:tcPr marL="73152" marR="73152"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Z3 soundness test</a:t>
                      </a:r>
                    </a:p>
                  </a:txBody>
                  <a:tcPr marL="73152" marR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Two IN checks with an empty intersection produced enum: [], which MongoDB refuses</a:t>
                      </a:r>
                    </a:p>
                  </a:txBody>
                  <a:tcPr marL="73152" marR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code generator (fixed)</a:t>
                      </a:r>
                    </a:p>
                  </a:txBody>
                  <a:tcPr marL="73152" marR="73152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Z3 soundness test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 LENGTH check guard raised on missing fields, so valid rows were rejected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code generator (fixed)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Z3 soundness test</a:t>
                      </a:r>
                    </a:p>
                  </a:txBody>
                  <a:tcPr marL="73152" marR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Integer overflow, NUMERIC rounding and IS NOT NULL were modelled wrongly</a:t>
                      </a:r>
                    </a:p>
                  </a:txBody>
                  <a:tcPr marL="73152" marR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the encoder (fixed)</a:t>
                      </a:r>
                    </a:p>
                  </a:txBody>
                  <a:tcPr marL="73152" marR="73152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Fuzzing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 NUMERIC column compared with a decimal literal sent a double that never matches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code generator (fixed)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Fuzzing and metamorphic tests</a:t>
                      </a:r>
                    </a:p>
                  </a:txBody>
                  <a:tcPr marL="73152" marR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14 semantic mismatches in joins, NULL, ordering and division</a:t>
                      </a:r>
                    </a:p>
                  </a:txBody>
                  <a:tcPr marL="73152" marR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code generator (fixed, regression store)</a:t>
                      </a:r>
                    </a:p>
                  </a:txBody>
                  <a:tcPr marL="73152" marR="73152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Benchmarks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The optimizer's choice was not the fastest in most queries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documented, not hidden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Verification on Chinook</a:t>
                      </a:r>
                    </a:p>
                  </a:txBody>
                  <a:tcPr marL="73152" marR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Seed rows were inserted in declaration order, violating foreign keys</a:t>
                      </a:r>
                    </a:p>
                  </a:txBody>
                  <a:tcPr marL="73152" marR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verification (fixed)</a:t>
                      </a:r>
                    </a:p>
                  </a:txBody>
                  <a:tcPr marL="73152" marR="73152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Honest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SchemaShift  |  Aryan Verma 24BCT0223  |  Sara Choudhary 24BCT0219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0F172A"/>
                </a:solidFill>
                <a:latin typeface="Calibri"/>
              </a:rPr>
              <a:t>• Accuracy figures are consistency with the author's own rules. The independent (blind, second labeler) corpus is empty.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F172A"/>
                </a:solidFill>
                <a:latin typeface="Calibri"/>
              </a:rPr>
              <a:t>• Embed vs reference is decided by risk and a heuristic cost, not measured latency.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F172A"/>
                </a:solidFill>
                <a:latin typeface="Calibri"/>
              </a:rPr>
              <a:t>• Z3 covers row-local constraints on root tables inside a documented fragment. Everything else is UNVERIFIED.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F172A"/>
                </a:solidFill>
                <a:latin typeface="Calibri"/>
              </a:rPr>
              <a:t>• Incremental restructuring is automatic only for simple cases; the rest is a manual step with a recovery plan.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371600"/>
            <a:ext cx="53949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0F172A"/>
                </a:solidFill>
                <a:latin typeface="Calibri"/>
              </a:rPr>
              <a:t>• Benchmarks: one laptop, both databases in Docker, small repetition counts.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F172A"/>
                </a:solidFill>
                <a:latin typeface="Calibri"/>
              </a:rPr>
              <a:t>• Mutation score is stale (before Phase 18); re-run needs Docker.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F172A"/>
                </a:solidFill>
                <a:latin typeface="Calibri"/>
              </a:rPr>
              <a:t>• The GitHub Action, the Render/Vercel/Neon/Atlas deployment and the VS Code client were not run on the real services from here; configs, local stack and tests are.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0F172A"/>
                </a:solidFill>
                <a:latin typeface="Calibri"/>
              </a:rPr>
              <a:t>• PostgreSQL 16 and MongoDB 7 only.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SchemaShift  |  Aryan Verma 24BCT0223  |  Sara Choudhary 24BCT0219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0F172A"/>
                </a:solidFill>
                <a:latin typeface="Calibri"/>
              </a:rPr>
              <a:t>• Independent evaluation: a second person labels the corpus blind (a template command is ready).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F172A"/>
                </a:solidFill>
                <a:latin typeface="Calibri"/>
              </a:rPr>
              <a:t>• A latency-aware optimizer trained on the benchmark lab's measurements.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F172A"/>
                </a:solidFill>
                <a:latin typeface="Calibri"/>
              </a:rPr>
              <a:t>• Run the deployment on Vercel, Render, Neon and Atlas and publish the status badge.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F172A"/>
                </a:solidFill>
                <a:latin typeface="Calibri"/>
              </a:rPr>
              <a:t>• Extend the Z3 fragment: UNIQUE across fields, embedded arrays, dates, and collation-aware string order.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F172A"/>
                </a:solidFill>
                <a:latin typeface="Calibri"/>
              </a:rPr>
              <a:t>• Automatic restructuring for nested and composite-key layouts; online migration with change streams.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F172A"/>
                </a:solidFill>
                <a:latin typeface="Calibri"/>
              </a:rPr>
              <a:t>• More dialects and versions beyond PostgreSQL 16 and MongoDB 7.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34640"/>
            <a:ext cx="105156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0">
                <a:solidFill>
                  <a:srgbClr val="CBD5E1"/>
                </a:solidFill>
                <a:latin typeface="Calibri"/>
              </a:rPr>
              <a:t>SchemaShift tells you what a migration changes,</a:t>
            </a:r>
          </a:p>
          <a:p>
            <a:pPr algn="l"/>
            <a:r>
              <a:rPr sz="2400" b="0">
                <a:solidFill>
                  <a:srgbClr val="CBD5E1"/>
                </a:solidFill>
                <a:latin typeface="Calibri"/>
              </a:rPr>
              <a:t>generates the MongoDB side, and shows the evidence.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75488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93C5FD"/>
                </a:solidFill>
                <a:latin typeface="Calibri"/>
              </a:rPr>
              <a:t>Team members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166360"/>
            <a:ext cx="105156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Aryan Verma   24BCT0223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Sara Choudhary   24BCT0219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93C5FD"/>
                </a:solidFill>
                <a:latin typeface="Calibri"/>
              </a:rPr>
              <a:t>github.com/aryannn229/SchemaShift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